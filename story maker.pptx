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0077450" cy="5668963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res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res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ne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EE292E-0F31-4009-AF59-E4F398532B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One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96694C-BB9F-40F4-B032-F714C967BE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0A5355-4127-4C0F-BC62-8BE37C45C6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hre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F8EE092-5F49-4C83-822A-75DF32D756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Four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3A85932-15B3-4B31-8F99-483F27AE44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/Whit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AEF2FCD-97A6-47E4-BD2D-A906CD972C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B0CB5BB-26B2-40BC-AEA9-22D2442EB0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White/Blu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043E948-A21A-4831-8102-D2219EF0DD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Righ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DA6D72B-D08C-460C-BB27-2B3EBE3852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FE91DF3-6B00-46ED-A99F-1F9B6B41C7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Lef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5A9976C-6F18-4CDB-A1AD-FED30528BE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5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1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2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10076760" cy="5669280"/>
          </a:xfrm>
          <a:prstGeom prst="rect">
            <a:avLst/>
          </a:prstGeom>
          <a:solidFill>
            <a:srgbClr val="0d84a1">
              <a:alpha val="4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IN" sz="2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1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2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3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E0E9E7D4-D09F-49E0-A127-0970D5FBFB83}" type="slidenum">
              <a:rPr b="0" lang="en-IN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  <p:sldLayoutId id="2147483653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2"/>
          <a:stretch/>
        </p:blipFill>
        <p:spPr>
          <a:xfrm>
            <a:off x="360" y="360"/>
            <a:ext cx="2467800" cy="566892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4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5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6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7331FB62-685B-4EA7-B632-3645566F4FBB}" type="slidenum">
              <a:rPr b="0" lang="en-IN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 descr=""/>
          <p:cNvPicPr/>
          <p:nvPr/>
        </p:nvPicPr>
        <p:blipFill>
          <a:blip r:embed="rId2"/>
          <a:stretch/>
        </p:blipFill>
        <p:spPr>
          <a:xfrm flipH="1" rot="16200000">
            <a:off x="3804480" y="-3804120"/>
            <a:ext cx="2468160" cy="10076760"/>
          </a:xfrm>
          <a:prstGeom prst="rect">
            <a:avLst/>
          </a:prstGeom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7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8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9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60EF7FFA-D4D9-46D9-9D4B-1FEA1D24C828}" type="slidenum">
              <a:rPr b="0" lang="en-IN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" descr=""/>
          <p:cNvPicPr/>
          <p:nvPr/>
        </p:nvPicPr>
        <p:blipFill>
          <a:blip r:embed="rId2"/>
          <a:stretch/>
        </p:blipFill>
        <p:spPr>
          <a:xfrm>
            <a:off x="5943600" y="3475440"/>
            <a:ext cx="4111200" cy="2193840"/>
          </a:xfrm>
          <a:prstGeom prst="rect">
            <a:avLst/>
          </a:prstGeom>
          <a:ln w="0">
            <a:noFill/>
          </a:ln>
        </p:spPr>
      </p:pic>
      <p:pic>
        <p:nvPicPr>
          <p:cNvPr id="31" name="" descr=""/>
          <p:cNvPicPr/>
          <p:nvPr/>
        </p:nvPicPr>
        <p:blipFill>
          <a:blip r:embed="rId3"/>
          <a:stretch/>
        </p:blipFill>
        <p:spPr>
          <a:xfrm>
            <a:off x="5852160" y="360"/>
            <a:ext cx="2742840" cy="2011320"/>
          </a:xfrm>
          <a:prstGeom prst="rect">
            <a:avLst/>
          </a:prstGeom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0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1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2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CD16C493-4F83-407F-AC06-BB78D767F053}" type="slidenum">
              <a:rPr b="0" lang="en-IN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9b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365760"/>
            <a:ext cx="3383280" cy="57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3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14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15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135C75C5-BDDA-4A07-9BBB-50DAB209D010}" type="slidenum">
              <a:rPr b="0" lang="en-IN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4115160" y="4846320"/>
            <a:ext cx="5961960" cy="822960"/>
          </a:xfrm>
          <a:custGeom>
            <a:avLst/>
            <a:gdLst/>
            <a:ahLst/>
            <a:rect l="0" t="0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6" name=""/>
          <p:cNvSpPr/>
          <p:nvPr/>
        </p:nvSpPr>
        <p:spPr>
          <a:xfrm>
            <a:off x="360" y="0"/>
            <a:ext cx="10076760" cy="1645920"/>
          </a:xfrm>
          <a:custGeom>
            <a:avLst/>
            <a:gdLst/>
            <a:ahLst/>
            <a:rect l="0" t="0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16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17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18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1EB09BA2-A319-4AE9-88F1-75996AF2DAB7}" type="slidenum">
              <a:rPr b="0" lang="en-IN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0" y="365760"/>
            <a:ext cx="3240000" cy="579600"/>
          </a:xfrm>
          <a:prstGeom prst="rect">
            <a:avLst/>
          </a:prstGeom>
          <a:solidFill>
            <a:srgbClr val="2499b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19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0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1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7159B790-6523-46D9-8E4C-8AAEEFB4D91A}" type="slidenum">
              <a:rPr b="0" lang="en-IN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8522280" y="0"/>
            <a:ext cx="1554480" cy="5669280"/>
          </a:xfrm>
          <a:prstGeom prst="rect">
            <a:avLst/>
          </a:prstGeom>
          <a:solidFill>
            <a:srgbClr val="2499b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2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2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2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F26A97BC-6B3A-4F29-93CF-B42FC8956684}" type="slidenum">
              <a:rPr b="0" lang="en-IN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7608240" y="0"/>
            <a:ext cx="2468880" cy="5669280"/>
          </a:xfrm>
          <a:custGeom>
            <a:avLst/>
            <a:gdLst/>
            <a:ahLst/>
            <a:rect l="0" t="0" r="r" b="b"/>
            <a:pathLst>
              <a:path w="6858" h="15748">
                <a:moveTo>
                  <a:pt x="6858" y="0"/>
                </a:moveTo>
                <a:cubicBezTo>
                  <a:pt x="6858" y="5249"/>
                  <a:pt x="6858" y="10499"/>
                  <a:pt x="6858" y="15748"/>
                </a:cubicBezTo>
                <a:cubicBezTo>
                  <a:pt x="6181" y="15748"/>
                  <a:pt x="2286" y="15748"/>
                  <a:pt x="0" y="15748"/>
                </a:cubicBezTo>
                <a:cubicBezTo>
                  <a:pt x="2253" y="10499"/>
                  <a:pt x="4505" y="5249"/>
                  <a:pt x="6758" y="0"/>
                </a:cubicBezTo>
                <a:cubicBezTo>
                  <a:pt x="6791" y="0"/>
                  <a:pt x="6181" y="0"/>
                  <a:pt x="6858" y="0"/>
                </a:cubicBezTo>
                <a:close/>
              </a:path>
            </a:pathLst>
          </a:custGeom>
          <a:solidFill>
            <a:srgbClr val="0d84a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</p:txBody>
      </p:sp>
      <p:sp>
        <p:nvSpPr>
          <p:cNvPr id="68" name=""/>
          <p:cNvSpPr/>
          <p:nvPr/>
        </p:nvSpPr>
        <p:spPr>
          <a:xfrm>
            <a:off x="-35640" y="0"/>
            <a:ext cx="2468880" cy="5669280"/>
          </a:xfrm>
          <a:custGeom>
            <a:avLst/>
            <a:gdLst/>
            <a:ahLst/>
            <a:rect l="0" t="0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dt" idx="25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ftr" idx="26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sldNum" idx="27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56466D60-1D71-4B7E-BEB3-D85E62D68E3E}" type="slidenum">
              <a:rPr b="0" lang="en-IN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0" y="0"/>
            <a:ext cx="1554480" cy="5669280"/>
          </a:xfrm>
          <a:prstGeom prst="rect">
            <a:avLst/>
          </a:prstGeom>
          <a:solidFill>
            <a:srgbClr val="2499b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28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29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30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147B3DD9-63F1-449E-8F52-06C6E3BB668A}" type="slidenum">
              <a:rPr b="0" lang="en-IN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-330840"/>
            <a:ext cx="8939880" cy="249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</a:rPr>
              <a:t>StoryCrafter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42400" y="3206160"/>
            <a:ext cx="6492240" cy="0"/>
          </a:xfrm>
          <a:prstGeom prst="line">
            <a:avLst/>
          </a:prstGeom>
          <a:ln w="38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4" name="PlaceHolder 2"/>
          <p:cNvSpPr txBox="1"/>
          <p:nvPr/>
        </p:nvSpPr>
        <p:spPr>
          <a:xfrm>
            <a:off x="229320" y="2570040"/>
            <a:ext cx="8230680" cy="1569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 defTabSz="457200" rtl="1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Project: IBM PBEL 2.0 Industry Project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pPr algn="ctr" defTabSz="457200" rtl="1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Presenter: Manav Srivastava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pPr algn="ctr" defTabSz="457200" rtl="1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College: UCER, Prayagraj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pPr algn="ctr" defTabSz="457200" rtl="1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Mentor: Mr. Nileaysh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620000" y="180000"/>
            <a:ext cx="6263640" cy="6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Project Overview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89800" y="1788120"/>
            <a:ext cx="8170200" cy="334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Objective: Build a website that generates short story for kids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Core Technology: Generative AI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API Integration: Hugging Face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User Interface: Gradio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 txBox="1"/>
          <p:nvPr/>
        </p:nvSpPr>
        <p:spPr>
          <a:xfrm>
            <a:off x="6863400" y="4091400"/>
            <a:ext cx="3036600" cy="148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15000"/>
              </a:lnSpc>
            </a:pPr>
            <a:r>
              <a:rPr b="0" lang="en-IN" sz="1400" spc="-1" strike="noStrike">
                <a:solidFill>
                  <a:srgbClr val="666666"/>
                </a:solidFill>
                <a:latin typeface="Noto Sans"/>
              </a:rPr>
              <a:t>.</a:t>
            </a:r>
            <a:endParaRPr b="0" lang="en-IN" sz="1400" spc="-1" strike="noStrike">
              <a:solidFill>
                <a:srgbClr val="000000"/>
              </a:solidFill>
              <a:latin typeface="Nimbus Sans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3640" y="580680"/>
            <a:ext cx="9068400" cy="124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Noto Sans"/>
              </a:rPr>
              <a:t>Problem Statement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80000" y="2721600"/>
            <a:ext cx="9943560" cy="239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Many children lack access to engaging storytelling resources that stimulate creativity and imagination in a personalized way.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Existing digital storytelling platforms often lack real-time interactivity and customization based on user input.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Many existing platforms allow limited numbers of story to accessed for free.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 txBox="1"/>
          <p:nvPr/>
        </p:nvSpPr>
        <p:spPr>
          <a:xfrm>
            <a:off x="1974960" y="360000"/>
            <a:ext cx="7025040" cy="416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                </a:t>
            </a: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Technology Used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Language: Python (Google Colab)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Model: GPT-2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Model Provider: Hugging Face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UI Library: Gradio</a:t>
            </a:r>
            <a:endParaRPr b="0" lang="en-IN" sz="3200" spc="-1" strike="noStrike">
              <a:solidFill>
                <a:srgbClr val="000000"/>
              </a:solidFill>
              <a:latin typeface="Nimbus Sans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IN" sz="5400" spc="-1" strike="noStrike">
                <a:solidFill>
                  <a:srgbClr val="ffffff"/>
                </a:solidFill>
                <a:highlight>
                  <a:srgbClr val="0d84a1"/>
                </a:highlight>
                <a:latin typeface="Noto Sans"/>
              </a:rPr>
              <a:t> </a:t>
            </a:r>
            <a:endParaRPr b="0" lang="en-IN" sz="5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7320" y="502200"/>
            <a:ext cx="10009080" cy="469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solidFill>
                  <a:srgbClr val="ffffff"/>
                </a:solidFill>
                <a:latin typeface="Nimbus Sans"/>
              </a:rPr>
              <a:t>   </a:t>
            </a:r>
            <a:r>
              <a:rPr b="1" lang="en-IN" sz="2400" spc="-1" strike="noStrike">
                <a:solidFill>
                  <a:srgbClr val="ffffff"/>
                </a:solidFill>
                <a:latin typeface="Nimbus Sans"/>
              </a:rPr>
              <a:t>   </a:t>
            </a:r>
            <a:r>
              <a:rPr b="1" lang="en-IN" sz="2400" spc="-1" strike="noStrike">
                <a:solidFill>
                  <a:srgbClr val="ffffff"/>
                </a:solidFill>
                <a:latin typeface="Nimbus Sans"/>
              </a:rPr>
              <a:t>Methodology</a:t>
            </a:r>
            <a:endParaRPr b="0" lang="en-IN" sz="24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The methodology used f</a:t>
            </a:r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or this project involves the following steps: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Installing the required Python libraries such as Hugging Face Transformers, Gradio, and PyTorch.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Loading the pre-trained GPT-2 model using the text-generation pipeline.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Creating a function to generate stories based on user inputs such as theme, character, and location.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Designing a user-friendly web interface using Gradio with input and output components.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Running the application locally and generating stories by testing with different inputs.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2250000" y="249840"/>
            <a:ext cx="5670000" cy="65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Workflow / Architecture</a:t>
            </a:r>
            <a:endParaRPr b="0" lang="en-IN" sz="4400" spc="-1" strike="noStrike">
              <a:solidFill>
                <a:srgbClr val="000000"/>
              </a:solidFill>
              <a:latin typeface="Nimbus Sans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620000" y="1620000"/>
            <a:ext cx="4894560" cy="28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Step 1: User enters text prompt in Gradio UI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Step 2: Backend sends request to Hugging Face API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Step 3: GPT-2 generate text based on prompt.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Step 4: Generated image returned and displayed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877080" y="1081800"/>
            <a:ext cx="3199680" cy="341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User Input (Text Prompt)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↓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Gradio Interface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↓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Python Backend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↓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API Request to Hugging Face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↓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GPT-2 Generated Story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↓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Display Output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</p:txBody>
      </p:sp>
    </p:spTree>
  </p:cSld>
  <p:transition>
    <p:fade thruBlk="true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 rot="5400000">
            <a:off x="6476400" y="2361600"/>
            <a:ext cx="5669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IN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780000" y="193320"/>
            <a:ext cx="3960000" cy="70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2400" spc="-1" strike="noStrike">
                <a:solidFill>
                  <a:srgbClr val="000000"/>
                </a:solidFill>
                <a:latin typeface="Nimbus Sans"/>
              </a:rPr>
              <a:t>User Interface (UI)</a:t>
            </a:r>
            <a:endParaRPr b="0" lang="en-IN" sz="2400" spc="-1" strike="noStrike">
              <a:solidFill>
                <a:srgbClr val="000000"/>
              </a:solidFill>
              <a:latin typeface="Nimbus Sans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938880" y="769680"/>
            <a:ext cx="6801120" cy="265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1️⃣ Input Fields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The interface contains three text input boxes: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Theme → Defines the story idea (e.g., adventure, magic)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Main Character → Defines the hero (e.g., robot, fairy)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Location → Defines where the story happens (e.g., jungle, space)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900000" y="3641400"/>
            <a:ext cx="4038120" cy="8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2️⃣ Output Field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A textbox displays the generated story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</p:txBody>
      </p:sp>
    </p:spTree>
  </p:cSld>
  <p:transition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 txBox="1"/>
          <p:nvPr/>
        </p:nvSpPr>
        <p:spPr>
          <a:xfrm>
            <a:off x="1440000" y="194040"/>
            <a:ext cx="5220000" cy="196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2400" spc="-1" strike="noStrike">
                <a:solidFill>
                  <a:srgbClr val="ffffff"/>
                </a:solidFill>
                <a:latin typeface="Nimbus Sans"/>
              </a:rPr>
              <a:t>                                        </a:t>
            </a:r>
            <a:r>
              <a:rPr b="1" lang="en-IN" sz="2400" spc="-1" strike="noStrike">
                <a:solidFill>
                  <a:srgbClr val="ffffff"/>
                </a:solidFill>
                <a:latin typeface="Nimbus Sans"/>
              </a:rPr>
              <a:t>Features</a:t>
            </a:r>
            <a:endParaRPr b="0" lang="en-IN" sz="24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ffffff"/>
                </a:solidFill>
                <a:latin typeface="Nimbus Sans"/>
              </a:rPr>
              <a:t>Easy to use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ffffff"/>
                </a:solidFill>
                <a:latin typeface="Nimbus Sans"/>
              </a:rPr>
              <a:t>Instant story generation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ffffff"/>
                </a:solidFill>
                <a:latin typeface="Nimbus Sans"/>
              </a:rPr>
              <a:t>Creative outputs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440000" y="2880000"/>
            <a:ext cx="5996520" cy="196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                                                  </a:t>
            </a:r>
            <a:r>
              <a:rPr b="1" lang="en-IN" sz="2400" spc="-1" strike="noStrike">
                <a:solidFill>
                  <a:srgbClr val="000000"/>
                </a:solidFill>
                <a:latin typeface="Nimbus Sans"/>
              </a:rPr>
              <a:t>     </a:t>
            </a:r>
            <a:r>
              <a:rPr b="1" lang="en-IN" sz="2400" spc="-1" strike="noStrike">
                <a:solidFill>
                  <a:srgbClr val="000000"/>
                </a:solidFill>
                <a:latin typeface="Nimbus Sans"/>
              </a:rPr>
              <a:t>Limitations</a:t>
            </a:r>
            <a:endParaRPr b="0" lang="en-IN" sz="24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GPT-2 may generate: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Repetitive text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Nimbus Sans"/>
              </a:rPr>
              <a:t>Less meaningful stories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 txBox="1"/>
          <p:nvPr/>
        </p:nvSpPr>
        <p:spPr>
          <a:xfrm>
            <a:off x="900000" y="360000"/>
            <a:ext cx="8814240" cy="332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2800" spc="-1" strike="noStrike">
                <a:solidFill>
                  <a:srgbClr val="000000"/>
                </a:solidFill>
                <a:latin typeface="Nimbus Sans"/>
              </a:rPr>
              <a:t>                              </a:t>
            </a:r>
            <a:r>
              <a:rPr b="1" lang="en-IN" sz="2800" spc="-1" strike="noStrike">
                <a:solidFill>
                  <a:srgbClr val="ffffff"/>
                </a:solidFill>
                <a:latin typeface="Nimbus Sans"/>
              </a:rPr>
              <a:t>           </a:t>
            </a:r>
            <a:r>
              <a:rPr b="1" lang="en-IN" sz="2800" spc="-1" strike="noStrike">
                <a:solidFill>
                  <a:srgbClr val="ffffff"/>
                </a:solidFill>
                <a:latin typeface="Nimbus Sans"/>
              </a:rPr>
              <a:t>Conclusion</a:t>
            </a:r>
            <a:endParaRPr b="0" lang="en-IN" sz="2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2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2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1" lang="en-IN" sz="1800" spc="-1" strike="noStrike">
                <a:solidFill>
                  <a:srgbClr val="ffffff"/>
                </a:solidFill>
                <a:latin typeface="Nimbus Sans"/>
              </a:rPr>
              <a:t>AI can enhance creativity and storytelling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1" lang="en-IN" sz="1800" spc="-1" strike="noStrike">
                <a:solidFill>
                  <a:srgbClr val="ffffff"/>
                </a:solidFill>
                <a:latin typeface="Nimbus Sans"/>
              </a:rPr>
              <a:t>StoryCrafter makes story generation simple and fun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  <a:p>
            <a:r>
              <a:rPr b="1" lang="en-IN" sz="1800" spc="-1" strike="noStrike">
                <a:solidFill>
                  <a:srgbClr val="ffffff"/>
                </a:solidFill>
                <a:latin typeface="Nimbus Sans"/>
              </a:rPr>
              <a:t>Demonstrates practical use of NLP models</a:t>
            </a:r>
            <a:endParaRPr b="0" lang="en-IN" sz="1800" spc="-1" strike="noStrike">
              <a:solidFill>
                <a:srgbClr val="000000"/>
              </a:solidFill>
              <a:latin typeface="Nimbus Sans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27720" y="21600"/>
            <a:ext cx="10076400" cy="566748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PPT_Plus/1.0.0.0$Windows_X86_64 LibreOffice_project/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2026-03-17T16:55:02Z</dcterms:created>
  <dc:creator/>
  <dc:description/>
  <dc:language>en-IN</dc:language>
  <cp:lastModifiedBy/>
  <dcterms:modified xsi:type="dcterms:W3CDTF">2026-03-17T16:57:24Z</dcterms:modified>
  <cp:revision>3</cp:revision>
  <dc:subject/>
  <dc:title>Freshes</dc:title>
</cp:coreProperties>
</file>